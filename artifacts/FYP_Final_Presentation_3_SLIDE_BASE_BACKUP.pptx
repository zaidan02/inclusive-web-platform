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9" r:id="rId2"/>
    <p:sldMasterId id="2147483888" r:id="rId3"/>
  </p:sldMasterIdLst>
  <p:notesMasterIdLst>
    <p:notesMasterId r:id="rId7"/>
  </p:notesMasterIdLst>
  <p:handoutMasterIdLst>
    <p:handoutMasterId r:id="rId8"/>
  </p:handoutMasterIdLst>
  <p:sldIdLst>
    <p:sldId id="276" r:id="rId4"/>
    <p:sldId id="259" r:id="rId5"/>
    <p:sldId id="277" r:id="rId6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872"/>
  </p:normalViewPr>
  <p:slideViewPr>
    <p:cSldViewPr snapToGrid="0" snapToObjects="1">
      <p:cViewPr varScale="1">
        <p:scale>
          <a:sx n="91" d="100"/>
          <a:sy n="91" d="100"/>
        </p:scale>
        <p:origin x="119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00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2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7361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 dirty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 dirty="0"/>
              <a:t>MDP23-xx</a:t>
            </a:r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/>
          <a:lstStyle/>
          <a:p>
            <a:r>
              <a:rPr lang="en-US" dirty="0"/>
              <a:t>ESIB Multidisciplinary Project</a:t>
            </a:r>
          </a:p>
          <a:p>
            <a:r>
              <a:rPr lang="en-US" dirty="0"/>
              <a:t>May,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/>
          <a:lstStyle/>
          <a:p>
            <a:r>
              <a:rPr lang="en-US" dirty="0"/>
              <a:t>MDP25-xx</a:t>
            </a:r>
          </a:p>
          <a:p>
            <a:r>
              <a:rPr lang="en-US" dirty="0"/>
              <a:t>Student 1</a:t>
            </a:r>
          </a:p>
          <a:p>
            <a:r>
              <a:rPr lang="en-US" dirty="0"/>
              <a:t>Student 2</a:t>
            </a:r>
          </a:p>
          <a:p>
            <a:r>
              <a:rPr lang="en-US" dirty="0"/>
              <a:t>Student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/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Supervisor 1</a:t>
            </a:r>
          </a:p>
          <a:p>
            <a:r>
              <a:rPr lang="en-US" dirty="0"/>
              <a:t>Supervisor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the project members and their disciplines</a:t>
            </a:r>
          </a:p>
          <a:p>
            <a:r>
              <a:rPr lang="en-US" dirty="0"/>
              <a:t>Introduce the main subject of your project </a:t>
            </a:r>
          </a:p>
          <a:p>
            <a:pPr lvl="1"/>
            <a:r>
              <a:rPr lang="en-US" dirty="0"/>
              <a:t>Problem Identification</a:t>
            </a:r>
          </a:p>
          <a:p>
            <a:pPr lvl="2"/>
            <a:r>
              <a:rPr lang="en-US" dirty="0"/>
              <a:t>Context</a:t>
            </a:r>
          </a:p>
          <a:p>
            <a:pPr lvl="2"/>
            <a:r>
              <a:rPr lang="en-US" dirty="0"/>
              <a:t>Characteristics of your complex engineering problem</a:t>
            </a:r>
          </a:p>
          <a:p>
            <a:pPr lvl="2"/>
            <a:r>
              <a:rPr lang="en-US" dirty="0"/>
              <a:t>Need for and engineering design</a:t>
            </a:r>
            <a:endParaRPr lang="en-GB" dirty="0"/>
          </a:p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</a:t>
            </a:fld>
            <a:endParaRPr lang="fr-FR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2E7680-74CB-508E-5EB0-0640F97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MDP23-xx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6850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02BB-814B-8E60-57A5-2D7C6984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2A70-B1EC-396D-87C5-1FD1CD6B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4668-1615-95C2-3DB4-1F2FC36C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MDP23-xx</a:t>
            </a:r>
            <a:endParaRPr lang="fr-F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B9EE-3909-E02B-DBD9-1684766E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Project Title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23D3-7E27-F7A3-3131-940DE3A9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3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7356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384</TotalTime>
  <Words>61</Words>
  <Application>Microsoft Office PowerPoint</Application>
  <PresentationFormat>On-screen Show (4:3)</PresentationFormat>
  <Paragraphs>25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Courier New</vt:lpstr>
      <vt:lpstr>Myriad Pro Light</vt:lpstr>
      <vt:lpstr>Wingdings</vt:lpstr>
      <vt:lpstr>TemplateDiaporamaIRISA-2016</vt:lpstr>
      <vt:lpstr>3.page de contenu</vt:lpstr>
      <vt:lpstr>1_3.page de contenu</vt:lpstr>
      <vt:lpstr>Project Title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Zaidan Mansour</cp:lastModifiedBy>
  <cp:revision>7</cp:revision>
  <cp:lastPrinted>2016-08-01T06:28:00Z</cp:lastPrinted>
  <dcterms:created xsi:type="dcterms:W3CDTF">2019-05-04T08:15:08Z</dcterms:created>
  <dcterms:modified xsi:type="dcterms:W3CDTF">2026-09-12T20:54:18Z</dcterms:modified>
</cp:coreProperties>
</file>