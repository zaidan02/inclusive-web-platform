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59" r:id="rId2"/>
    <p:sldMasterId id="2147483888" r:id="rId3"/>
  </p:sldMasterIdLst>
  <p:notesMasterIdLst>
    <p:notesMasterId r:id="rId6"/>
  </p:notesMasterIdLst>
  <p:handoutMasterIdLst>
    <p:handoutMasterId r:id="rId7"/>
  </p:handoutMasterIdLst>
  <p:sldIdLst>
    <p:sldId id="276" r:id="rId4"/>
    <p:sldId id="277" r:id="rId5"/>
  </p:sldIdLst>
  <p:sldSz cx="9144000" cy="6858000" type="screen4x3"/>
  <p:notesSz cx="6858000" cy="9144000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C72"/>
    <a:srgbClr val="000099"/>
    <a:srgbClr val="336699"/>
    <a:srgbClr val="AF191D"/>
    <a:srgbClr val="CD2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872"/>
  </p:normalViewPr>
  <p:slideViewPr>
    <p:cSldViewPr snapToGrid="0" snapToObjects="1">
      <p:cViewPr varScale="1">
        <p:scale>
          <a:sx n="95" d="100"/>
          <a:sy n="95" d="100"/>
        </p:scale>
        <p:origin x="107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300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F234E-1774-E44F-A7B6-1F53193AB75F}" type="datetimeFigureOut">
              <a:rPr lang="fr-FR" altLang="en-US"/>
              <a:pPr/>
              <a:t>12/09/2026</a:t>
            </a:fld>
            <a:endParaRPr lang="fr-FR" alt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5390EA2-975E-C544-87F4-B91F519F4B4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09217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DAEDCF-2077-A44B-93BE-F0973E86B481}" type="datetimeFigureOut">
              <a:rPr lang="fr-FR" altLang="en-US"/>
              <a:pPr/>
              <a:t>12/09/2026</a:t>
            </a:fld>
            <a:endParaRPr lang="fr-FR" alt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BDC0431-74D1-2848-9094-DEA74D687A1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29558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1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539094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06398" y="2095550"/>
            <a:ext cx="6181969" cy="1107440"/>
          </a:xfrm>
          <a:prstGeom prst="rect">
            <a:avLst/>
          </a:prstGeom>
        </p:spPr>
        <p:txBody>
          <a:bodyPr vert="horz"/>
          <a:lstStyle>
            <a:lvl1pPr algn="l">
              <a:defRPr sz="3400" b="1" i="0">
                <a:solidFill>
                  <a:srgbClr val="0A1C72"/>
                </a:solidFill>
                <a:effectLst/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0"/>
          </p:nvPr>
        </p:nvSpPr>
        <p:spPr>
          <a:xfrm>
            <a:off x="406400" y="5125184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9" name="Espace réservé du texte 13"/>
          <p:cNvSpPr>
            <a:spLocks noGrp="1"/>
          </p:cNvSpPr>
          <p:nvPr>
            <p:ph type="body" sz="quarter" idx="11"/>
          </p:nvPr>
        </p:nvSpPr>
        <p:spPr>
          <a:xfrm>
            <a:off x="406398" y="3497202"/>
            <a:ext cx="6181969" cy="90360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406399" y="5711338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F999C0-1CC3-E84D-A512-387A98182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5" y="304969"/>
            <a:ext cx="2183721" cy="8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8000"/>
            <a:ext cx="8229599" cy="747713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 i="0">
                <a:effectLst/>
                <a:latin typeface="+mj-lt"/>
                <a:ea typeface="Linux Libertine" charset="0"/>
                <a:cs typeface="Linux Libertine" charset="0"/>
              </a:defRPr>
            </a:lvl1pPr>
          </a:lstStyle>
          <a:p>
            <a:r>
              <a:rPr lang="fr-FR" noProof="0" dirty="0"/>
              <a:t>Cliquez et modifiez le titre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 bwMode="auto">
          <a:xfrm>
            <a:off x="457200" y="1358538"/>
            <a:ext cx="8229600" cy="476762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rgbClr val="0A1C72"/>
              </a:buClr>
              <a:buSzPct val="100000"/>
              <a:buFont typeface="Wingdings" charset="2"/>
              <a:buChar char="§"/>
              <a:defRPr sz="2200" b="1" i="0">
                <a:solidFill>
                  <a:srgbClr val="0A1C72"/>
                </a:solidFill>
                <a:latin typeface="+mn-lt"/>
                <a:ea typeface="Linux Libertine Semibold" charset="0"/>
                <a:cs typeface="Linux Libertine Semibold" charset="0"/>
              </a:defRPr>
            </a:lvl1pPr>
            <a:lvl2pPr>
              <a:buSzPct val="100000"/>
              <a:defRPr sz="2000" b="0" i="0">
                <a:latin typeface="+mn-lt"/>
                <a:ea typeface="Linux Libertine" charset="0"/>
                <a:cs typeface="Linux Libertine" charset="0"/>
              </a:defRPr>
            </a:lvl2pPr>
            <a:lvl3pPr>
              <a:buClr>
                <a:schemeClr val="tx1"/>
              </a:buClr>
              <a:defRPr sz="2000" b="0" i="0">
                <a:latin typeface="+mn-lt"/>
                <a:ea typeface="Linux Libertine" charset="0"/>
                <a:cs typeface="Linux Libertine" charset="0"/>
              </a:defRPr>
            </a:lvl3pPr>
            <a:lvl4pPr>
              <a:defRPr sz="1800" b="0" i="0">
                <a:latin typeface="+mn-lt"/>
                <a:ea typeface="Linux Libertine" charset="0"/>
                <a:cs typeface="Linux Libertine" charset="0"/>
              </a:defRPr>
            </a:lvl4pPr>
            <a:lvl5pPr>
              <a:defRPr sz="1800" b="0" i="0">
                <a:latin typeface="+mn-lt"/>
                <a:ea typeface="Linux Libertine" charset="0"/>
                <a:cs typeface="Linux Libertine" charset="0"/>
              </a:defRPr>
            </a:lvl5pPr>
          </a:lstStyle>
          <a:p>
            <a:pPr lvl="0"/>
            <a:r>
              <a:rPr lang="fr-FR" noProof="0" dirty="0"/>
              <a:t>Cliquez pour modifier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altLang="en-US" dirty="0"/>
              <a:t>MDP23-xx</a:t>
            </a:r>
            <a:endParaRPr lang="fr-FR" alt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711235" y="6590810"/>
            <a:ext cx="5721532" cy="365125"/>
          </a:xfrm>
          <a:prstGeom prst="rect">
            <a:avLst/>
          </a:prstGeom>
        </p:spPr>
        <p:txBody>
          <a:bodyPr/>
          <a:lstStyle>
            <a:lvl1pPr algn="ctr">
              <a:defRPr sz="1000" b="0" i="0" dirty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pPr>
              <a:defRPr/>
            </a:pPr>
            <a:r>
              <a:rPr lang="fr-FR" dirty="0"/>
              <a:t>Project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08724" y="6590810"/>
            <a:ext cx="107115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fld id="{7F40025E-8A47-7E48-AA2F-82A25E5E3F97}" type="slidenum">
              <a:rPr lang="fr-FR" altLang="en-US" smtClean="0"/>
              <a:pPr/>
              <a:t>‹#›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64095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319349" y="4193177"/>
            <a:ext cx="6254205" cy="1833154"/>
          </a:xfrm>
          <a:prstGeom prst="rect">
            <a:avLst/>
          </a:prstGeom>
        </p:spPr>
        <p:txBody>
          <a:bodyPr vert="horz"/>
          <a:lstStyle>
            <a:lvl1pPr algn="r">
              <a:defRPr lang="fr-FR" sz="3200" b="1" i="0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54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Wingdings" charset="2"/>
        <a:buChar char="ü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Courier New" charset="0"/>
        <a:buChar char="o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SzPct val="60000"/>
        <a:buFont typeface="Wingdings" charset="2"/>
        <a:buChar char="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7E4E3D-5B35-1B4B-BDA2-A3E1EEAB3A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619" y="90951"/>
            <a:ext cx="511656" cy="5116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525000" y="81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17857" t="9524" r="11905" b="10714"/>
          <a:stretch/>
        </p:blipFill>
        <p:spPr>
          <a:xfrm>
            <a:off x="8582185" y="18859"/>
            <a:ext cx="577531" cy="6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6400" y="4933271"/>
            <a:ext cx="2870201" cy="642598"/>
          </a:xfrm>
        </p:spPr>
        <p:txBody>
          <a:bodyPr/>
          <a:lstStyle/>
          <a:p>
            <a:r>
              <a:rPr lang="en-US" dirty="0"/>
              <a:t>ESIB Multidisciplinary Project</a:t>
            </a:r>
          </a:p>
          <a:p>
            <a:r>
              <a:rPr lang="en-US" dirty="0"/>
              <a:t>May,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6398" y="3081868"/>
            <a:ext cx="6181969" cy="1638190"/>
          </a:xfrm>
        </p:spPr>
        <p:txBody>
          <a:bodyPr/>
          <a:lstStyle/>
          <a:p>
            <a:r>
              <a:rPr lang="en-US" dirty="0"/>
              <a:t>MDP25-xx</a:t>
            </a:r>
          </a:p>
          <a:p>
            <a:r>
              <a:rPr lang="en-US" dirty="0"/>
              <a:t>Student 1</a:t>
            </a:r>
          </a:p>
          <a:p>
            <a:r>
              <a:rPr lang="en-US" dirty="0"/>
              <a:t>Student 2</a:t>
            </a:r>
          </a:p>
          <a:p>
            <a:r>
              <a:rPr lang="en-US" dirty="0"/>
              <a:t>Student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06399" y="5575869"/>
            <a:ext cx="2870201" cy="881375"/>
          </a:xfrm>
        </p:spPr>
        <p:txBody>
          <a:bodyPr/>
          <a:lstStyle/>
          <a:p>
            <a:r>
              <a:rPr lang="en-US" dirty="0"/>
              <a:t>Supervised by:</a:t>
            </a:r>
          </a:p>
          <a:p>
            <a:r>
              <a:rPr lang="en-US" dirty="0"/>
              <a:t>Supervisor 1</a:t>
            </a:r>
          </a:p>
          <a:p>
            <a:r>
              <a:rPr lang="en-US" dirty="0"/>
              <a:t>Supervisor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8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02BB-814B-8E60-57A5-2D7C6984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32A70-B1EC-396D-87C5-1FD1CD6B5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4668-1615-95C2-3DB4-1F2FC36C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MDP23-xx</a:t>
            </a:r>
            <a:endParaRPr lang="fr-F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1B9EE-3909-E02B-DBD9-1684766E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Project Title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023D3-7E27-F7A3-3131-940DE3A9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735650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DiaporamaIRISA-2016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chnique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D267E1DF-F52E-864C-B975-AD389E50AD0D}"/>
    </a:ext>
  </a:extLst>
</a:theme>
</file>

<file path=ppt/theme/theme2.xml><?xml version="1.0" encoding="utf-8"?>
<a:theme xmlns:a="http://schemas.openxmlformats.org/drawingml/2006/main" name="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39F98AB3-B756-0948-8617-7882C5E0CBEA}"/>
    </a:ext>
  </a:extLst>
</a:theme>
</file>

<file path=ppt/theme/theme3.xml><?xml version="1.0" encoding="utf-8"?>
<a:theme xmlns:a="http://schemas.openxmlformats.org/drawingml/2006/main" name="1_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04512780-95F0-6B48-83B2-3E88901B3141}"/>
    </a:ext>
  </a:extLst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TemplateDiaporamaIRISA-2016</Template>
  <TotalTime>406</TotalTime>
  <Words>27</Words>
  <Application>Microsoft Office PowerPoint</Application>
  <PresentationFormat>On-screen Show (4:3)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Courier New</vt:lpstr>
      <vt:lpstr>Myriad Pro Light</vt:lpstr>
      <vt:lpstr>Wingdings</vt:lpstr>
      <vt:lpstr>TemplateDiaporamaIRISA-2016</vt:lpstr>
      <vt:lpstr>3.page de contenu</vt:lpstr>
      <vt:lpstr>1_3.page de contenu</vt:lpstr>
      <vt:lpstr>Project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Samer Lahoud</dc:creator>
  <cp:lastModifiedBy>Zaidan Mansour</cp:lastModifiedBy>
  <cp:revision>8</cp:revision>
  <cp:lastPrinted>2016-08-01T06:28:00Z</cp:lastPrinted>
  <dcterms:created xsi:type="dcterms:W3CDTF">2019-05-04T08:15:08Z</dcterms:created>
  <dcterms:modified xsi:type="dcterms:W3CDTF">2026-09-12T21:17:11Z</dcterms:modified>
</cp:coreProperties>
</file>